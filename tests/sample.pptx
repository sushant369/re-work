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by quarter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</c:v>
                </c:pt>
                <c:pt idx="1">
                  <c:v>3.8</c:v>
                </c:pt>
                <c:pt idx="2">
                  <c:v>4.2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LATAM hedging.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Finance &amp;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200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$4.2M</a:t>
            </a:r>
          </a:p>
          <a:p>
            <a:r>
              <a:rPr sz="1400" b="0"/>
              <a:t>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645920"/>
            <a:ext cx="3200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35%</a:t>
            </a:r>
          </a:p>
          <a:p>
            <a:r>
              <a:rPr sz="1400" b="0"/>
              <a:t>Gross 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0"/>
            <a:ext cx="3200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+12% YoY</a:t>
            </a:r>
          </a:p>
          <a:p>
            <a:r>
              <a:rPr sz="1400" b="0"/>
              <a:t>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Key drivers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Enterprise renewals closed early.</a:t>
            </a:r>
          </a:p>
          <a:p>
            <a:r>
              <a:rPr sz="1400" b="0"/>
              <a:t>Pricing change in APAC lifted margin.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Key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Supplier concentration in one region.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Mitigations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Dual-source critical parts by Q1.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/>
              <a:t>Source: internal finance data, unaudited.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Finalise FY plan</a:t>
            </a:r>
          </a:p>
          <a:p>
            <a:pPr lvl="1"/>
            <a:r>
              <a:t>Budget sign-off</a:t>
            </a:r>
          </a:p>
          <a:p>
            <a:pPr lvl="1"/>
            <a:r>
              <a:t>Headcount</a:t>
            </a:r>
          </a:p>
          <a:p>
            <a:pPr/>
            <a:r>
              <a:t>Launch partner pilot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0"/>
              <a:t>Regional performance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31520" y="1463040"/>
            <a:ext cx="4572000" cy="1463040"/>
            <a:chOff x="731520" y="1463040"/>
            <a:chExt cx="4572000" cy="1463040"/>
          </a:xfrm>
        </p:grpSpPr>
        <p:sp>
          <p:nvSpPr>
            <p:cNvPr id="4" name="TextBox 3"/>
            <p:cNvSpPr txBox="1"/>
            <p:nvPr/>
          </p:nvSpPr>
          <p:spPr>
            <a:xfrm>
              <a:off x="731520" y="1463040"/>
              <a:ext cx="45720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000" b="1"/>
                <a:t>Mitigations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31520" y="2011680"/>
              <a:ext cx="45720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400" b="0"/>
                <a:t>Hedging FX exposure in LATAM.</a:t>
              </a:r>
            </a:p>
          </p:txBody>
        </p:sp>
      </p:grp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29184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APAC (merged)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0" y="146304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Renegotiate supplier terms in Brazil.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APAC recovery expected in Q4.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EMEA flat; no change to guidance.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Definitions and data 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