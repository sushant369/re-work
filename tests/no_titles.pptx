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/>
              <a:t>Market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Demand grew in all segments.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Two new competitors entered.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/>
              <a:t>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Moderate growth through FY27.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